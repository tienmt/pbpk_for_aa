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B431-CFB9-0E1C-DE4F-9368B6105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9A819-9F9F-71AF-74BC-D9E841900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65360-E916-C1D5-3F25-2E1721A3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F04F-33FE-F29B-5AE3-87566D5B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96986-9A81-22DF-84F2-5D13E047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99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11ED-2A3C-29EF-8BE3-EF915ABB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C75C-8E4F-B6E1-8148-DBC5810D0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6D603-0D19-86E7-6D36-E4F56CC2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8E4D4-75A6-225C-7861-04D66319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7221E-98DC-9FE7-3D61-429457CD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63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AEB5-3619-24CE-5D0D-61E73B84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2B8A5-330D-C4ED-D160-1C9698121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5823C-A8D3-C7A8-6583-FB2874DD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4A112-CD87-6E43-1EF2-FAE064760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884D6-69D6-CE03-EB04-21DA137C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51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F701-309A-EA61-3D50-4BF5AF73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44AF-6B05-ED20-BFFC-066B0E029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B963B-B1E0-9339-2AF7-C21F835E1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A5D45-7FEB-6030-B71B-B881B844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484D6-81CD-7FDC-DB34-25932B10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7D79F-93A2-2A4C-D67B-9D667C2E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38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50D9-4CBD-1023-9E3C-5BE1624D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BFB1B-69C0-F027-C8EB-3B2B7429C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7E29A-8EE4-FCEE-7F56-B793BF4F0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D5495-363E-36D8-D97B-DD7FAD449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EC373-DEA9-B698-988E-D06B81A82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D1F62-63CB-FBF2-CA64-C593F098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427ED-5F14-E455-9328-1A15F62E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BC7F4-0306-B0D1-C444-41A46582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21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48CC-30A5-C80E-5DDC-9040E12F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B2D76-8C8A-B9B0-DF9F-896F441A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FFD88-49A1-7976-31B8-BCBF3B75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6B8C4-4CF1-3582-C65D-DC010915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2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98C05-AEC6-9D10-A514-B5D49E7A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9C7603-38CB-E686-2D75-93C588E9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5E14A-DE15-A677-0427-AA026711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74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555D-0FE4-D143-BF9E-7D3F7053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ED8B8-719D-1E8C-E835-8E6DCBCC2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D0F70-F1FB-60F2-608B-B1DA671BF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F3582-FF21-B153-EC5A-C33B994A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94A05-48FC-E9E2-EC09-0DC1666F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27E08-A067-F243-6C14-BE806BA7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432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637FB-FEE4-F674-4868-7FC91167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151CF-9FFF-D758-8802-8F335609E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93407-ED2B-55DF-44BD-FB283F00A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51143-0E43-52A4-A3E0-C1C99FCB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12085-8828-6D8C-6D10-11755A7C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4F122-DBAA-BE9E-B3D3-5AC8B4C1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551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BBEB-E555-6506-36F5-D1F0E2CC0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E5D1C-D102-1F92-191E-C8CD57DF4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6A381-96C0-802C-0734-112C42047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3AEF3-4F17-BFB8-2B00-92CAC700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91909-364E-16BC-FEC2-D0DD534A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3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A47574-46E5-5259-885E-790D925B6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32058-901A-626D-C4D1-DB126900F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86069-3F8C-ABC5-2747-FE1354CD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142F0-7C05-A123-7E37-8308BB72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CE461-2116-9468-35F5-DB990250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21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0DADC-5DE0-8653-314A-54CF74D1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9F388-E930-EF76-ACB6-697027F32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4D980-EDCC-941B-2F4C-15C451A46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93F64-EFAE-48FB-A6C7-8A382A45C195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C83E7-D518-3C31-BE27-8D02ABC5F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757FA-18D9-20EC-0421-9094FA595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62500-26F5-4B49-BBF2-B8B004660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71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48A9-A397-B7EE-AC1A-5F3D43628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Sensitivity Output -PBPK Acrylamide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386B3-55C9-3F19-01F1-0FFBA651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341" y="3816723"/>
            <a:ext cx="9144000" cy="763228"/>
          </a:xfrm>
        </p:spPr>
        <p:txBody>
          <a:bodyPr/>
          <a:lstStyle/>
          <a:p>
            <a:r>
              <a:rPr lang="en-US"/>
              <a:t>MK_20.08.2026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12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A34D7D-3733-5856-812A-5E244C9D9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4" y="0"/>
            <a:ext cx="11667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0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A61CC-1AC0-C63E-6364-424A570B2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4" y="0"/>
            <a:ext cx="11667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0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5006A-ADD8-B1E2-34AB-5C9985DF4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4" y="0"/>
            <a:ext cx="11667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8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Sensitivity Output -PBPK Acrylamide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Kalyva (Innleid)</dc:creator>
  <cp:lastModifiedBy>Maria Kalyva (Innleid)</cp:lastModifiedBy>
  <cp:revision>5</cp:revision>
  <dcterms:created xsi:type="dcterms:W3CDTF">2026-08-18T12:33:48Z</dcterms:created>
  <dcterms:modified xsi:type="dcterms:W3CDTF">2026-08-20T08:59:20Z</dcterms:modified>
</cp:coreProperties>
</file>